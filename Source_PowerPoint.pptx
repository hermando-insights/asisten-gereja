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so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07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Dud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34B126-1028-0CCF-6254-1D8686908A71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Duduk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087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Berd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BFD11C-B566-FAD1-6F61-8FE812F4EA99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Berdiri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917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3F6234-62B4-6BF5-EE46-8A1AC086EFEE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C6CCBA8-94B0-B20B-C73F-22627194C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92" y="5501868"/>
            <a:ext cx="11974616" cy="8273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ln w="3810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886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Bacaan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C27743-F79A-2CD1-79EF-01EB2062BF5B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BD2E1CC-B29A-8496-0C83-0DF8983C3F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72972" y="5136289"/>
            <a:ext cx="6246056" cy="143490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anchor="ctr"/>
          <a:lstStyle>
            <a:lvl1pPr marL="0" indent="0" algn="ctr">
              <a:buNone/>
              <a:defRPr sz="4800" b="1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0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 Ayat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BF747C-83F9-67AB-1E4D-A503DDA79CBB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2E6C136-013D-B7E1-C0E1-B92B31C60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33476"/>
            <a:ext cx="12192000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28575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36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enat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9B5163-34FE-8503-1010-257A412F3335}"/>
              </a:ext>
            </a:extLst>
          </p:cNvPr>
          <p:cNvGrpSpPr/>
          <p:nvPr userDrawn="1"/>
        </p:nvGrpSpPr>
        <p:grpSpPr>
          <a:xfrm>
            <a:off x="123032" y="5011060"/>
            <a:ext cx="1724524" cy="1724524"/>
            <a:chOff x="72194" y="5053264"/>
            <a:chExt cx="1724524" cy="1724524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9CFB7088-F8E1-CE29-E1A4-475A464F3E7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172A91C8-FB22-EA7B-43CA-BFCB9FAAD3DC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 err="1">
                  <a:solidFill>
                    <a:schemeClr val="tx1"/>
                  </a:solidFill>
                </a:rPr>
                <a:t>Pnt</a:t>
              </a:r>
              <a:endParaRPr lang="en-ID" sz="5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8C6C711-CB96-B923-06DB-78EBD5F08C7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F96E0AB-D4D8-B78F-118B-1E30FD4C5C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235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528F895-A092-85B8-D04A-EBD942A19DC9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F4A42EB6-F50A-36E6-4CBA-84C7A4EF7870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BA1C0C51-30A8-A7EA-B32E-C06E868566A7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800" b="1" dirty="0">
                  <a:solidFill>
                    <a:schemeClr val="tx1"/>
                  </a:solidFill>
                </a:rPr>
                <a:t>PF</a:t>
              </a:r>
              <a:endParaRPr lang="en-ID" sz="7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0BFAB-5A3D-40A1-8B39-6BF53B736C5F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DA3A3A-04B7-D67F-6242-85BBBCE83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93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itur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3FC2E7-3457-5ADC-EF33-1D4956D57EC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79345F3-D58E-94D7-6751-4FB71B640DC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84C0CD1D-6DD0-93EE-D595-619676E2D680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L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F2C97FB-C6A0-CF4F-8BDD-CF6D16FE9D5B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557A2E9-2962-69A5-2A4B-83E1E4600F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996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U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A74D53-E7C6-49BA-9545-20A722AF38D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A592B4CF-630E-FE61-171A-14500CD2C296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FAC5016-6739-E4BD-F04B-C00F4D73A3EF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U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DE9A398-EB21-5F1D-EC28-049F5035654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E8F30A8-BE69-CD2D-92B8-0DF85994B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36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07DC6DF-ED84-3B1B-6EDB-2B44C12B7DB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9A9FAF3-FB1D-0FFE-5873-83B4C21CA913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B7E0F48F-8F93-2D0E-D581-F83168C2DE81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L + U</a:t>
              </a:r>
              <a:endParaRPr lang="en-ID" sz="3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7CC06A2-383C-7A34-49C3-DCFCBA624132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B4A890E-FAE8-A9E2-9692-D57E913849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6738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CB2C0C5-A73D-2FA5-BDC6-75BE016FFD73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3D5902FA-DF51-A1F2-E33B-0D96771FFA0B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0ABB9C13-6307-CF42-CCF2-6AF927CFCC92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PF + U</a:t>
              </a:r>
              <a:endParaRPr lang="en-ID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98D8EA2-D00B-6672-0737-D3B0658F9056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405E9E5-F54C-4A35-6F55-FF27809A4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402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Lagu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0D7878-B768-AD92-17B8-04FB3E18B93D}"/>
              </a:ext>
            </a:extLst>
          </p:cNvPr>
          <p:cNvSpPr/>
          <p:nvPr userDrawn="1"/>
        </p:nvSpPr>
        <p:spPr>
          <a:xfrm>
            <a:off x="280322" y="449543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DC6C9E-7F68-2B68-DE1F-B0A225AB71BB}"/>
              </a:ext>
            </a:extLst>
          </p:cNvPr>
          <p:cNvSpPr/>
          <p:nvPr userDrawn="1"/>
        </p:nvSpPr>
        <p:spPr>
          <a:xfrm>
            <a:off x="194597" y="373343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315C8F-57A1-F4AD-230B-7D208702369B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5DE3FF0E-FB7D-9204-CEE3-C75D9A90C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A8F5D801-00B1-B13C-5EC5-7B739E35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EACBA23-BE7C-E929-F474-4448FEF56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078D2DE8-841C-1AEA-5198-F88A6A795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5D98F1-5162-349C-D461-834A2472E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4438" y="1271243"/>
            <a:ext cx="4148137" cy="21505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6E09D2-C7FF-4F9C-5456-FC3750B9E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3061" y="3865563"/>
            <a:ext cx="4283489" cy="8032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09478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engan Bait &amp; Isi Lag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4EFB75-6C90-0CFD-23D0-EFE4C35E399E}"/>
              </a:ext>
            </a:extLst>
          </p:cNvPr>
          <p:cNvSpPr/>
          <p:nvPr userDrawn="1"/>
        </p:nvSpPr>
        <p:spPr>
          <a:xfrm>
            <a:off x="280322" y="435029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5A93B3-45B9-DF3C-51F9-F1E602AB42A4}"/>
              </a:ext>
            </a:extLst>
          </p:cNvPr>
          <p:cNvSpPr/>
          <p:nvPr userDrawn="1"/>
        </p:nvSpPr>
        <p:spPr>
          <a:xfrm>
            <a:off x="194597" y="358829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627BE6-C86C-F092-46B5-4BB56CC20B2F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D8FAD979-7BA6-6072-DB2F-A965B356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086E145C-0F33-8741-A7E1-76CC257C5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19486A5-0736-07BF-6510-B866A912F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76116977-34C7-6CB4-C214-8339B10B6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9A41C10-D3FD-08A5-BACE-337846C95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4019" y="445743"/>
            <a:ext cx="4148137" cy="8029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506A60D-F7E7-435F-C8F4-E9B12A644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763" y="1860502"/>
            <a:ext cx="6056087" cy="33404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653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6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21782"/>
      </p:ext>
    </p:extLst>
  </p:cSld>
  <p:clrMapOvr>
    <a:masterClrMapping/>
  </p:clrMapOvr>
</p:sld>
</file>

<file path=ppt/theme/theme1.xml><?xml version="1.0" encoding="utf-8"?>
<a:theme xmlns:a="http://schemas.openxmlformats.org/drawingml/2006/main" name="Desain Re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Georgia</vt:lpstr>
      <vt:lpstr>Verdana</vt:lpstr>
      <vt:lpstr>Desain Real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Marlon Hermando</dc:creator>
  <cp:lastModifiedBy>David Marlon Hermando</cp:lastModifiedBy>
  <cp:revision>4</cp:revision>
  <dcterms:created xsi:type="dcterms:W3CDTF">2026-02-12T17:08:56Z</dcterms:created>
  <dcterms:modified xsi:type="dcterms:W3CDTF">2026-02-15T15:26:26Z</dcterms:modified>
</cp:coreProperties>
</file>