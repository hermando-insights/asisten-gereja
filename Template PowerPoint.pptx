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so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071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t Dudu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334B126-1028-0CCF-6254-1D8686908A71}"/>
              </a:ext>
            </a:extLst>
          </p:cNvPr>
          <p:cNvSpPr/>
          <p:nvPr userDrawn="1"/>
        </p:nvSpPr>
        <p:spPr>
          <a:xfrm>
            <a:off x="2972972" y="5136288"/>
            <a:ext cx="6246056" cy="1434904"/>
          </a:xfrm>
          <a:prstGeom prst="roundRect">
            <a:avLst/>
          </a:prstGeom>
          <a:solidFill>
            <a:srgbClr val="FFFFFF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01600">
                    <a:schemeClr val="bg1">
                      <a:alpha val="40000"/>
                    </a:schemeClr>
                  </a:glow>
                </a:effectLst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Umat Duduk</a:t>
            </a:r>
            <a:endParaRPr kumimoji="0" lang="en-ID" sz="6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glow rad="101600">
                  <a:schemeClr val="bg1">
                    <a:alpha val="40000"/>
                  </a:schemeClr>
                </a:glow>
              </a:effectLst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70875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t Berdi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EBFD11C-B566-FAD1-6F61-8FE812F4EA99}"/>
              </a:ext>
            </a:extLst>
          </p:cNvPr>
          <p:cNvSpPr/>
          <p:nvPr userDrawn="1"/>
        </p:nvSpPr>
        <p:spPr>
          <a:xfrm>
            <a:off x="2972972" y="5136288"/>
            <a:ext cx="6246056" cy="1434904"/>
          </a:xfrm>
          <a:prstGeom prst="roundRect">
            <a:avLst/>
          </a:prstGeom>
          <a:solidFill>
            <a:srgbClr val="FFFFFF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01600">
                    <a:schemeClr val="bg1">
                      <a:alpha val="40000"/>
                    </a:schemeClr>
                  </a:glow>
                </a:effectLst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Umat </a:t>
            </a:r>
            <a:r>
              <a:rPr kumimoji="0" lang="en-US" sz="6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01600">
                    <a:schemeClr val="bg1">
                      <a:alpha val="40000"/>
                    </a:schemeClr>
                  </a:glow>
                </a:effectLst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Berdiri</a:t>
            </a:r>
            <a:endParaRPr kumimoji="0" lang="en-ID" sz="6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glow rad="101600">
                  <a:schemeClr val="bg1">
                    <a:alpha val="40000"/>
                  </a:schemeClr>
                </a:glow>
              </a:effectLst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59172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33F6234-62B4-6BF5-EE46-8A1AC086EFEE}"/>
              </a:ext>
            </a:extLst>
          </p:cNvPr>
          <p:cNvSpPr/>
          <p:nvPr userDrawn="1"/>
        </p:nvSpPr>
        <p:spPr>
          <a:xfrm>
            <a:off x="0" y="5133476"/>
            <a:ext cx="12192000" cy="1724524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3C6CCBA8-94B0-B20B-C73F-22627194C9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8692" y="5501868"/>
            <a:ext cx="11974616" cy="8273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ln w="38100">
                  <a:noFill/>
                </a:ln>
                <a:solidFill>
                  <a:srgbClr val="FFFF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8864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dul Bacaan Alkit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C27743-F79A-2CD1-79EF-01EB2062BF5B}"/>
              </a:ext>
            </a:extLst>
          </p:cNvPr>
          <p:cNvSpPr/>
          <p:nvPr userDrawn="1"/>
        </p:nvSpPr>
        <p:spPr>
          <a:xfrm>
            <a:off x="2972972" y="5136288"/>
            <a:ext cx="6246056" cy="1434904"/>
          </a:xfrm>
          <a:prstGeom prst="roundRect">
            <a:avLst/>
          </a:prstGeom>
          <a:solidFill>
            <a:srgbClr val="FFFFFF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6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glow rad="101600">
                  <a:schemeClr val="bg1">
                    <a:alpha val="40000"/>
                  </a:schemeClr>
                </a:glow>
              </a:effectLst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BD2E1CC-B29A-8496-0C83-0DF8983C3F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72972" y="5136289"/>
            <a:ext cx="6246056" cy="1434903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anchor="ctr"/>
          <a:lstStyle>
            <a:lvl1pPr marL="0" indent="0" algn="ctr">
              <a:buNone/>
              <a:defRPr sz="4800" b="1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400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si Ayat Alkit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BF747C-83F9-67AB-1E4D-A503DDA79CBB}"/>
              </a:ext>
            </a:extLst>
          </p:cNvPr>
          <p:cNvSpPr/>
          <p:nvPr userDrawn="1"/>
        </p:nvSpPr>
        <p:spPr>
          <a:xfrm>
            <a:off x="0" y="5133476"/>
            <a:ext cx="12192000" cy="1724524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42E6C136-013D-B7E1-C0E1-B92B31C60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33476"/>
            <a:ext cx="12192000" cy="17245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>
                <a:ln w="28575">
                  <a:noFill/>
                </a:ln>
                <a:solidFill>
                  <a:srgbClr val="FFFF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36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aan Penat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F9B5163-34FE-8503-1010-257A412F3335}"/>
              </a:ext>
            </a:extLst>
          </p:cNvPr>
          <p:cNvGrpSpPr/>
          <p:nvPr userDrawn="1"/>
        </p:nvGrpSpPr>
        <p:grpSpPr>
          <a:xfrm>
            <a:off x="123032" y="5011060"/>
            <a:ext cx="1724524" cy="1724524"/>
            <a:chOff x="72194" y="5053264"/>
            <a:chExt cx="1724524" cy="1724524"/>
          </a:xfrm>
        </p:grpSpPr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9CFB7088-F8E1-CE29-E1A4-475A464F3E78}"/>
                </a:ext>
              </a:extLst>
            </p:cNvPr>
            <p:cNvSpPr/>
            <p:nvPr userDrawn="1"/>
          </p:nvSpPr>
          <p:spPr>
            <a:xfrm>
              <a:off x="72194" y="5053264"/>
              <a:ext cx="1724524" cy="1724524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172A91C8-FB22-EA7B-43CA-BFCB9FAAD3DC}"/>
                </a:ext>
              </a:extLst>
            </p:cNvPr>
            <p:cNvSpPr/>
            <p:nvPr userDrawn="1"/>
          </p:nvSpPr>
          <p:spPr>
            <a:xfrm>
              <a:off x="108692" y="5091364"/>
              <a:ext cx="1649926" cy="1649528"/>
            </a:xfrm>
            <a:prstGeom prst="flowChartConnector">
              <a:avLst/>
            </a:prstGeom>
            <a:solidFill>
              <a:srgbClr val="FFFFFF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b="1" dirty="0" err="1">
                  <a:solidFill>
                    <a:schemeClr val="tx1"/>
                  </a:solidFill>
                </a:rPr>
                <a:t>Pnt</a:t>
              </a:r>
              <a:endParaRPr lang="en-ID" sz="5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08C6C711-CB96-B923-06DB-78EBD5F08C79}"/>
              </a:ext>
            </a:extLst>
          </p:cNvPr>
          <p:cNvSpPr/>
          <p:nvPr userDrawn="1"/>
        </p:nvSpPr>
        <p:spPr>
          <a:xfrm>
            <a:off x="1905000" y="5053264"/>
            <a:ext cx="10178308" cy="1724524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5F96E0AB-D4D8-B78F-118B-1E30FD4C5C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0" y="5053264"/>
            <a:ext cx="10178308" cy="17245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>
                <a:ln w="19050">
                  <a:noFill/>
                </a:ln>
                <a:solidFill>
                  <a:srgbClr val="FFFF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2354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aan P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528F895-A092-85B8-D04A-EBD942A19DC9}"/>
              </a:ext>
            </a:extLst>
          </p:cNvPr>
          <p:cNvGrpSpPr/>
          <p:nvPr userDrawn="1"/>
        </p:nvGrpSpPr>
        <p:grpSpPr>
          <a:xfrm>
            <a:off x="123629" y="5011060"/>
            <a:ext cx="1724524" cy="1724524"/>
            <a:chOff x="72194" y="5053264"/>
            <a:chExt cx="1724524" cy="1724524"/>
          </a:xfrm>
        </p:grpSpPr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F4A42EB6-F50A-36E6-4CBA-84C7A4EF7870}"/>
                </a:ext>
              </a:extLst>
            </p:cNvPr>
            <p:cNvSpPr/>
            <p:nvPr userDrawn="1"/>
          </p:nvSpPr>
          <p:spPr>
            <a:xfrm>
              <a:off x="72194" y="5053264"/>
              <a:ext cx="1724524" cy="1724524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BA1C0C51-30A8-A7EA-B32E-C06E868566A7}"/>
                </a:ext>
              </a:extLst>
            </p:cNvPr>
            <p:cNvSpPr/>
            <p:nvPr userDrawn="1"/>
          </p:nvSpPr>
          <p:spPr>
            <a:xfrm>
              <a:off x="108692" y="5091364"/>
              <a:ext cx="1649926" cy="1649528"/>
            </a:xfrm>
            <a:prstGeom prst="flowChartConnector">
              <a:avLst/>
            </a:prstGeom>
            <a:solidFill>
              <a:srgbClr val="FFFFFF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800" b="1" dirty="0">
                  <a:solidFill>
                    <a:schemeClr val="tx1"/>
                  </a:solidFill>
                </a:rPr>
                <a:t>PF</a:t>
              </a:r>
              <a:endParaRPr lang="en-ID" sz="78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9440BFAB-5A3D-40A1-8B39-6BF53B736C5F}"/>
              </a:ext>
            </a:extLst>
          </p:cNvPr>
          <p:cNvSpPr/>
          <p:nvPr userDrawn="1"/>
        </p:nvSpPr>
        <p:spPr>
          <a:xfrm>
            <a:off x="1905000" y="5053264"/>
            <a:ext cx="10178308" cy="1724524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DA3A3A-04B7-D67F-6242-85BBBCE838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0" y="5053264"/>
            <a:ext cx="10178308" cy="17245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>
                <a:ln w="19050">
                  <a:noFill/>
                </a:ln>
                <a:solidFill>
                  <a:srgbClr val="FFFF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9397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aan Litur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D3FC2E7-3457-5ADC-EF33-1D4956D57EC9}"/>
              </a:ext>
            </a:extLst>
          </p:cNvPr>
          <p:cNvGrpSpPr/>
          <p:nvPr userDrawn="1"/>
        </p:nvGrpSpPr>
        <p:grpSpPr>
          <a:xfrm>
            <a:off x="116009" y="5011060"/>
            <a:ext cx="1724524" cy="1724524"/>
            <a:chOff x="72194" y="5053264"/>
            <a:chExt cx="1724524" cy="1724524"/>
          </a:xfrm>
        </p:grpSpPr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879345F3-D58E-94D7-6751-4FB71B640DC8}"/>
                </a:ext>
              </a:extLst>
            </p:cNvPr>
            <p:cNvSpPr/>
            <p:nvPr userDrawn="1"/>
          </p:nvSpPr>
          <p:spPr>
            <a:xfrm>
              <a:off x="72194" y="5053264"/>
              <a:ext cx="1724524" cy="1724524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84C0CD1D-6DD0-93EE-D595-619676E2D680}"/>
                </a:ext>
              </a:extLst>
            </p:cNvPr>
            <p:cNvSpPr/>
            <p:nvPr userDrawn="1"/>
          </p:nvSpPr>
          <p:spPr>
            <a:xfrm>
              <a:off x="108692" y="5091364"/>
              <a:ext cx="1649926" cy="1649528"/>
            </a:xfrm>
            <a:prstGeom prst="flowChartConnector">
              <a:avLst/>
            </a:prstGeom>
            <a:solidFill>
              <a:srgbClr val="FFFFFF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solidFill>
                    <a:schemeClr val="tx1"/>
                  </a:solidFill>
                </a:rPr>
                <a:t>L</a:t>
              </a:r>
              <a:endParaRPr lang="en-ID" sz="9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4F2C97FB-C6A0-CF4F-8BDD-CF6D16FE9D5B}"/>
              </a:ext>
            </a:extLst>
          </p:cNvPr>
          <p:cNvSpPr/>
          <p:nvPr userDrawn="1"/>
        </p:nvSpPr>
        <p:spPr>
          <a:xfrm>
            <a:off x="1905000" y="5053264"/>
            <a:ext cx="10178308" cy="1724524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4557A2E9-2962-69A5-2A4B-83E1E4600F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0" y="5053264"/>
            <a:ext cx="10178308" cy="17245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>
                <a:ln w="19050">
                  <a:noFill/>
                </a:ln>
                <a:solidFill>
                  <a:srgbClr val="FFFF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89964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aan U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A74D53-E7C6-49BA-9545-20A722AF38D9}"/>
              </a:ext>
            </a:extLst>
          </p:cNvPr>
          <p:cNvGrpSpPr/>
          <p:nvPr userDrawn="1"/>
        </p:nvGrpSpPr>
        <p:grpSpPr>
          <a:xfrm>
            <a:off x="116009" y="5011060"/>
            <a:ext cx="1724524" cy="1724524"/>
            <a:chOff x="72194" y="5053264"/>
            <a:chExt cx="1724524" cy="1724524"/>
          </a:xfrm>
        </p:grpSpPr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A592B4CF-630E-FE61-171A-14500CD2C296}"/>
                </a:ext>
              </a:extLst>
            </p:cNvPr>
            <p:cNvSpPr/>
            <p:nvPr userDrawn="1"/>
          </p:nvSpPr>
          <p:spPr>
            <a:xfrm>
              <a:off x="72194" y="5053264"/>
              <a:ext cx="1724524" cy="1724524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CFAC5016-6739-E4BD-F04B-C00F4D73A3EF}"/>
                </a:ext>
              </a:extLst>
            </p:cNvPr>
            <p:cNvSpPr/>
            <p:nvPr userDrawn="1"/>
          </p:nvSpPr>
          <p:spPr>
            <a:xfrm>
              <a:off x="108692" y="5091364"/>
              <a:ext cx="1649926" cy="1649528"/>
            </a:xfrm>
            <a:prstGeom prst="flowChartConnector">
              <a:avLst/>
            </a:prstGeom>
            <a:solidFill>
              <a:srgbClr val="FFFFFF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solidFill>
                    <a:schemeClr val="tx1"/>
                  </a:solidFill>
                </a:rPr>
                <a:t>U</a:t>
              </a:r>
              <a:endParaRPr lang="en-ID" sz="9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BDE9A398-EB21-5F1D-EC28-049F50356549}"/>
              </a:ext>
            </a:extLst>
          </p:cNvPr>
          <p:cNvSpPr/>
          <p:nvPr userDrawn="1"/>
        </p:nvSpPr>
        <p:spPr>
          <a:xfrm>
            <a:off x="1905000" y="5053264"/>
            <a:ext cx="10178308" cy="1724524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AE8F30A8-BE69-CD2D-92B8-0DF85994B2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0" y="5053264"/>
            <a:ext cx="10178308" cy="17245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>
                <a:ln w="19050">
                  <a:noFill/>
                </a:ln>
                <a:solidFill>
                  <a:srgbClr val="FFFF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4365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aan L + 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07DC6DF-ED84-3B1B-6EDB-2B44C12B7DB9}"/>
              </a:ext>
            </a:extLst>
          </p:cNvPr>
          <p:cNvGrpSpPr/>
          <p:nvPr userDrawn="1"/>
        </p:nvGrpSpPr>
        <p:grpSpPr>
          <a:xfrm>
            <a:off x="116009" y="5011060"/>
            <a:ext cx="1724524" cy="1724524"/>
            <a:chOff x="72194" y="5053264"/>
            <a:chExt cx="1724524" cy="1724524"/>
          </a:xfrm>
        </p:grpSpPr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C9A9FAF3-FB1D-0FFE-5873-83B4C21CA913}"/>
                </a:ext>
              </a:extLst>
            </p:cNvPr>
            <p:cNvSpPr/>
            <p:nvPr userDrawn="1"/>
          </p:nvSpPr>
          <p:spPr>
            <a:xfrm>
              <a:off x="72194" y="5053264"/>
              <a:ext cx="1724524" cy="1724524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B7E0F48F-8F93-2D0E-D581-F83168C2DE81}"/>
                </a:ext>
              </a:extLst>
            </p:cNvPr>
            <p:cNvSpPr/>
            <p:nvPr userDrawn="1"/>
          </p:nvSpPr>
          <p:spPr>
            <a:xfrm>
              <a:off x="108692" y="5091364"/>
              <a:ext cx="1649926" cy="1649528"/>
            </a:xfrm>
            <a:prstGeom prst="flowChartConnector">
              <a:avLst/>
            </a:prstGeom>
            <a:solidFill>
              <a:srgbClr val="FFFFFF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L + U</a:t>
              </a:r>
              <a:endParaRPr lang="en-ID" sz="3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57CC06A2-383C-7A34-49C3-DCFCBA624132}"/>
              </a:ext>
            </a:extLst>
          </p:cNvPr>
          <p:cNvSpPr/>
          <p:nvPr userDrawn="1"/>
        </p:nvSpPr>
        <p:spPr>
          <a:xfrm>
            <a:off x="1905000" y="5053264"/>
            <a:ext cx="10178308" cy="1724524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B4A890E-FAE8-A9E2-9692-D57E913849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0" y="5053264"/>
            <a:ext cx="10178308" cy="17245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>
                <a:ln w="19050">
                  <a:noFill/>
                </a:ln>
                <a:solidFill>
                  <a:srgbClr val="FFFF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6738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aan PF + 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CB2C0C5-A73D-2FA5-BDC6-75BE016FFD73}"/>
              </a:ext>
            </a:extLst>
          </p:cNvPr>
          <p:cNvGrpSpPr/>
          <p:nvPr userDrawn="1"/>
        </p:nvGrpSpPr>
        <p:grpSpPr>
          <a:xfrm>
            <a:off x="123629" y="5011060"/>
            <a:ext cx="1724524" cy="1724524"/>
            <a:chOff x="72194" y="5053264"/>
            <a:chExt cx="1724524" cy="1724524"/>
          </a:xfrm>
        </p:grpSpPr>
        <p:sp>
          <p:nvSpPr>
            <p:cNvPr id="4" name="Flowchart: Connector 3">
              <a:extLst>
                <a:ext uri="{FF2B5EF4-FFF2-40B4-BE49-F238E27FC236}">
                  <a16:creationId xmlns:a16="http://schemas.microsoft.com/office/drawing/2014/main" id="{3D5902FA-DF51-A1F2-E33B-0D96771FFA0B}"/>
                </a:ext>
              </a:extLst>
            </p:cNvPr>
            <p:cNvSpPr/>
            <p:nvPr userDrawn="1"/>
          </p:nvSpPr>
          <p:spPr>
            <a:xfrm>
              <a:off x="72194" y="5053264"/>
              <a:ext cx="1724524" cy="1724524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0ABB9C13-6307-CF42-CCF2-6AF927CFCC92}"/>
                </a:ext>
              </a:extLst>
            </p:cNvPr>
            <p:cNvSpPr/>
            <p:nvPr userDrawn="1"/>
          </p:nvSpPr>
          <p:spPr>
            <a:xfrm>
              <a:off x="108692" y="5091364"/>
              <a:ext cx="1649926" cy="1649528"/>
            </a:xfrm>
            <a:prstGeom prst="flowChartConnector">
              <a:avLst/>
            </a:prstGeom>
            <a:solidFill>
              <a:srgbClr val="FFFFFF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PF + U</a:t>
              </a:r>
              <a:endParaRPr lang="en-ID" sz="28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98D8EA2-D00B-6672-0737-D3B0658F9056}"/>
              </a:ext>
            </a:extLst>
          </p:cNvPr>
          <p:cNvSpPr/>
          <p:nvPr userDrawn="1"/>
        </p:nvSpPr>
        <p:spPr>
          <a:xfrm>
            <a:off x="1905000" y="5053264"/>
            <a:ext cx="10178308" cy="1724524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9405E9E5-F54C-4A35-6F55-FF27809A49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0" y="5053264"/>
            <a:ext cx="10178308" cy="17245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>
                <a:ln w="19050">
                  <a:noFill/>
                </a:ln>
                <a:solidFill>
                  <a:srgbClr val="FFFF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14025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dul Lagu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A0D7878-B768-AD92-17B8-04FB3E18B93D}"/>
              </a:ext>
            </a:extLst>
          </p:cNvPr>
          <p:cNvSpPr/>
          <p:nvPr userDrawn="1"/>
        </p:nvSpPr>
        <p:spPr>
          <a:xfrm>
            <a:off x="280322" y="449543"/>
            <a:ext cx="6189785" cy="6224679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DC6C9E-7F68-2B68-DE1F-B0A225AB71BB}"/>
              </a:ext>
            </a:extLst>
          </p:cNvPr>
          <p:cNvSpPr/>
          <p:nvPr userDrawn="1"/>
        </p:nvSpPr>
        <p:spPr>
          <a:xfrm>
            <a:off x="194597" y="373343"/>
            <a:ext cx="6189785" cy="6224679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E315C8F-57A1-F4AD-230B-7D208702369B}"/>
              </a:ext>
            </a:extLst>
          </p:cNvPr>
          <p:cNvGrpSpPr/>
          <p:nvPr userDrawn="1"/>
        </p:nvGrpSpPr>
        <p:grpSpPr>
          <a:xfrm>
            <a:off x="0" y="582367"/>
            <a:ext cx="1450351" cy="1214048"/>
            <a:chOff x="149917" y="582367"/>
            <a:chExt cx="1450351" cy="1214048"/>
          </a:xfrm>
        </p:grpSpPr>
        <p:pic>
          <p:nvPicPr>
            <p:cNvPr id="6" name="Graphic 5" descr="Treble clef outline">
              <a:extLst>
                <a:ext uri="{FF2B5EF4-FFF2-40B4-BE49-F238E27FC236}">
                  <a16:creationId xmlns:a16="http://schemas.microsoft.com/office/drawing/2014/main" id="{5DE3FF0E-FB7D-9204-CEE3-C75D9A90C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9917" y="582367"/>
              <a:ext cx="1214048" cy="1214048"/>
            </a:xfrm>
            <a:prstGeom prst="rect">
              <a:avLst/>
            </a:prstGeom>
          </p:spPr>
        </p:pic>
        <p:pic>
          <p:nvPicPr>
            <p:cNvPr id="7" name="Graphic 6" descr="Music notes outline">
              <a:extLst>
                <a:ext uri="{FF2B5EF4-FFF2-40B4-BE49-F238E27FC236}">
                  <a16:creationId xmlns:a16="http://schemas.microsoft.com/office/drawing/2014/main" id="{A8F5D801-00B1-B13C-5EC5-7B739E354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7348" y="613746"/>
              <a:ext cx="802920" cy="802920"/>
            </a:xfrm>
            <a:prstGeom prst="rect">
              <a:avLst/>
            </a:prstGeom>
          </p:spPr>
        </p:pic>
      </p:grpSp>
      <p:pic>
        <p:nvPicPr>
          <p:cNvPr id="8" name="Graphic 7" descr="Music notation outline">
            <a:extLst>
              <a:ext uri="{FF2B5EF4-FFF2-40B4-BE49-F238E27FC236}">
                <a16:creationId xmlns:a16="http://schemas.microsoft.com/office/drawing/2014/main" id="{AEACBA23-BE7C-E929-F474-4448FEF56D7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670146">
            <a:off x="5207419" y="5458591"/>
            <a:ext cx="957959" cy="957959"/>
          </a:xfrm>
          <a:prstGeom prst="rect">
            <a:avLst/>
          </a:prstGeom>
        </p:spPr>
      </p:pic>
      <p:pic>
        <p:nvPicPr>
          <p:cNvPr id="9" name="Picture 8" descr="A house with a black background&#10;&#10;Description automatically generated">
            <a:extLst>
              <a:ext uri="{FF2B5EF4-FFF2-40B4-BE49-F238E27FC236}">
                <a16:creationId xmlns:a16="http://schemas.microsoft.com/office/drawing/2014/main" id="{078D2DE8-841C-1AEA-5198-F88A6A795B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14" t="20665" r="10893" b="18604"/>
          <a:stretch>
            <a:fillRect/>
          </a:stretch>
        </p:blipFill>
        <p:spPr>
          <a:xfrm>
            <a:off x="194598" y="5181600"/>
            <a:ext cx="2409266" cy="1214048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35D98F1-5162-349C-D461-834A2472EA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14438" y="2384425"/>
            <a:ext cx="4148137" cy="21505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 b="1"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9478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dul Dengan Bait &amp; Isi Lag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E4EFB75-6C90-0CFD-23D0-EFE4C35E399E}"/>
              </a:ext>
            </a:extLst>
          </p:cNvPr>
          <p:cNvSpPr/>
          <p:nvPr userDrawn="1"/>
        </p:nvSpPr>
        <p:spPr>
          <a:xfrm>
            <a:off x="280322" y="435029"/>
            <a:ext cx="6189785" cy="6224679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5A93B3-45B9-DF3C-51F9-F1E602AB42A4}"/>
              </a:ext>
            </a:extLst>
          </p:cNvPr>
          <p:cNvSpPr/>
          <p:nvPr userDrawn="1"/>
        </p:nvSpPr>
        <p:spPr>
          <a:xfrm>
            <a:off x="194597" y="358829"/>
            <a:ext cx="6189785" cy="6224679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A627BE6-C86C-F092-46B5-4BB56CC20B2F}"/>
              </a:ext>
            </a:extLst>
          </p:cNvPr>
          <p:cNvGrpSpPr/>
          <p:nvPr userDrawn="1"/>
        </p:nvGrpSpPr>
        <p:grpSpPr>
          <a:xfrm>
            <a:off x="0" y="582367"/>
            <a:ext cx="1450351" cy="1214048"/>
            <a:chOff x="149917" y="582367"/>
            <a:chExt cx="1450351" cy="1214048"/>
          </a:xfrm>
        </p:grpSpPr>
        <p:pic>
          <p:nvPicPr>
            <p:cNvPr id="6" name="Graphic 5" descr="Treble clef outline">
              <a:extLst>
                <a:ext uri="{FF2B5EF4-FFF2-40B4-BE49-F238E27FC236}">
                  <a16:creationId xmlns:a16="http://schemas.microsoft.com/office/drawing/2014/main" id="{D8FAD979-7BA6-6072-DB2F-A965B3562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9917" y="582367"/>
              <a:ext cx="1214048" cy="1214048"/>
            </a:xfrm>
            <a:prstGeom prst="rect">
              <a:avLst/>
            </a:prstGeom>
          </p:spPr>
        </p:pic>
        <p:pic>
          <p:nvPicPr>
            <p:cNvPr id="7" name="Graphic 6" descr="Music notes outline">
              <a:extLst>
                <a:ext uri="{FF2B5EF4-FFF2-40B4-BE49-F238E27FC236}">
                  <a16:creationId xmlns:a16="http://schemas.microsoft.com/office/drawing/2014/main" id="{086E145C-0F33-8741-A7E1-76CC257C5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7348" y="613746"/>
              <a:ext cx="802920" cy="802920"/>
            </a:xfrm>
            <a:prstGeom prst="rect">
              <a:avLst/>
            </a:prstGeom>
          </p:spPr>
        </p:pic>
      </p:grpSp>
      <p:pic>
        <p:nvPicPr>
          <p:cNvPr id="8" name="Graphic 7" descr="Music notation outline">
            <a:extLst>
              <a:ext uri="{FF2B5EF4-FFF2-40B4-BE49-F238E27FC236}">
                <a16:creationId xmlns:a16="http://schemas.microsoft.com/office/drawing/2014/main" id="{A19486A5-0736-07BF-6510-B866A912F27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670146">
            <a:off x="5207419" y="5458591"/>
            <a:ext cx="957959" cy="957959"/>
          </a:xfrm>
          <a:prstGeom prst="rect">
            <a:avLst/>
          </a:prstGeom>
        </p:spPr>
      </p:pic>
      <p:pic>
        <p:nvPicPr>
          <p:cNvPr id="9" name="Picture 8" descr="A house with a black background&#10;&#10;Description automatically generated">
            <a:extLst>
              <a:ext uri="{FF2B5EF4-FFF2-40B4-BE49-F238E27FC236}">
                <a16:creationId xmlns:a16="http://schemas.microsoft.com/office/drawing/2014/main" id="{76116977-34C7-6CB4-C214-8339B10B6F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14" t="20665" r="10893" b="18604"/>
          <a:stretch>
            <a:fillRect/>
          </a:stretch>
        </p:blipFill>
        <p:spPr>
          <a:xfrm>
            <a:off x="194598" y="5181600"/>
            <a:ext cx="2409266" cy="1214048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9A41C10-D3FD-08A5-BACE-337846C95D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34019" y="445743"/>
            <a:ext cx="4148137" cy="80292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506A60D-F7E7-435F-C8F4-E9B12A6440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0763" y="1860502"/>
            <a:ext cx="6056087" cy="334041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400" b="0"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66530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9363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2821782"/>
      </p:ext>
    </p:extLst>
  </p:cSld>
  <p:clrMapOvr>
    <a:masterClrMapping/>
  </p:clrMapOvr>
</p:sld>
</file>

<file path=ppt/theme/theme1.xml><?xml version="1.0" encoding="utf-8"?>
<a:theme xmlns:a="http://schemas.openxmlformats.org/drawingml/2006/main" name="Desain Re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Aharoni</vt:lpstr>
      <vt:lpstr>Arial</vt:lpstr>
      <vt:lpstr>Georgia</vt:lpstr>
      <vt:lpstr>Verdana</vt:lpstr>
      <vt:lpstr>Desain Real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Marlon Hermando</dc:creator>
  <cp:lastModifiedBy>David Marlon Hermando</cp:lastModifiedBy>
  <cp:revision>3</cp:revision>
  <dcterms:created xsi:type="dcterms:W3CDTF">2026-02-12T17:08:56Z</dcterms:created>
  <dcterms:modified xsi:type="dcterms:W3CDTF">2026-02-12T17:28:53Z</dcterms:modified>
</cp:coreProperties>
</file>